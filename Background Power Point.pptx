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2754"/>
    <a:srgbClr val="211D44"/>
    <a:srgbClr val="241E45"/>
    <a:srgbClr val="743368"/>
    <a:srgbClr val="6E3266"/>
    <a:srgbClr val="753469"/>
    <a:srgbClr val="2C2049"/>
    <a:srgbClr val="281F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21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9832" y="2573869"/>
            <a:ext cx="4965726" cy="591925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9832" y="8493120"/>
            <a:ext cx="4965726" cy="1531413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82407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410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3" y="5087528"/>
            <a:ext cx="4965725" cy="340559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832" y="8493122"/>
            <a:ext cx="4965726" cy="15296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920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0775" y="3663247"/>
            <a:ext cx="2473585" cy="745913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81482" y="3655277"/>
            <a:ext cx="2473586" cy="746710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73436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0775" y="3386667"/>
            <a:ext cx="2473584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775" y="4470400"/>
            <a:ext cx="2473585" cy="665197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81482" y="3386667"/>
            <a:ext cx="2473585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81482" y="4470400"/>
            <a:ext cx="2473585" cy="665197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11824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404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4427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1" y="2573867"/>
            <a:ext cx="1913597" cy="2573867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2048" y="2573867"/>
            <a:ext cx="2923510" cy="8128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2" y="5563167"/>
            <a:ext cx="1913596" cy="514773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4895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42" y="3296341"/>
            <a:ext cx="2865506" cy="2799659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10138" y="2032000"/>
            <a:ext cx="1800694" cy="812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1" y="6502400"/>
            <a:ext cx="2861046" cy="24384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6814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3" y="8534377"/>
            <a:ext cx="4965725" cy="100753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9832" y="1219201"/>
            <a:ext cx="4965726" cy="647229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2" y="9541911"/>
            <a:ext cx="4965725" cy="877710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7262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2" y="2573867"/>
            <a:ext cx="4965726" cy="352213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2" y="6502400"/>
            <a:ext cx="4965726" cy="4199467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03093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056" y="2573867"/>
            <a:ext cx="4500787" cy="413044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86133" y="6704310"/>
            <a:ext cx="4095869" cy="60830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2" y="7734501"/>
            <a:ext cx="4965726" cy="2980267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  <p:sp>
        <p:nvSpPr>
          <p:cNvPr id="12" name="TextBox 11"/>
          <p:cNvSpPr txBox="1"/>
          <p:nvPr/>
        </p:nvSpPr>
        <p:spPr>
          <a:xfrm>
            <a:off x="505423" y="1726673"/>
            <a:ext cx="451193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15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9768" y="4646734"/>
            <a:ext cx="451193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15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821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2" y="5554135"/>
            <a:ext cx="4965726" cy="2938987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832" y="8493122"/>
            <a:ext cx="4965726" cy="15296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04946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6126" y="3522133"/>
            <a:ext cx="1658044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367106" y="4741334"/>
            <a:ext cx="1647063" cy="638104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5128" y="3522133"/>
            <a:ext cx="1652066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179190" y="4741334"/>
            <a:ext cx="1658003" cy="638104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008688" y="3522133"/>
            <a:ext cx="1649744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008688" y="4741334"/>
            <a:ext cx="1649744" cy="638104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096501" y="3793067"/>
            <a:ext cx="0" cy="704426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917273" y="3793067"/>
            <a:ext cx="0" cy="7052235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7223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7106" y="7557243"/>
            <a:ext cx="1654209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67106" y="3928534"/>
            <a:ext cx="1654209" cy="27093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367106" y="8581711"/>
            <a:ext cx="1654209" cy="11718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8344" y="7557243"/>
            <a:ext cx="1648850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188343" y="3928534"/>
            <a:ext cx="1648850" cy="27093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187582" y="8581709"/>
            <a:ext cx="1651034" cy="11718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008688" y="7557243"/>
            <a:ext cx="1649744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008687" y="3928534"/>
            <a:ext cx="1649744" cy="27093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008619" y="8581706"/>
            <a:ext cx="1651928" cy="11718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096501" y="3793067"/>
            <a:ext cx="0" cy="704426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917273" y="3793067"/>
            <a:ext cx="0" cy="7052235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90320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3901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72337" y="764826"/>
            <a:ext cx="986095" cy="10357556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7106" y="1374587"/>
            <a:ext cx="4176609" cy="97477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17235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4724574" y="2980267"/>
            <a:ext cx="2114550" cy="5012267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267374" y="-812800"/>
            <a:ext cx="1200150" cy="28448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4724574" y="10837333"/>
            <a:ext cx="742950" cy="1761067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15491" y="4741333"/>
            <a:ext cx="3143250" cy="7450667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629841" y="5147733"/>
            <a:ext cx="1771650" cy="4199467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5809233" y="0"/>
            <a:ext cx="514350" cy="19545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533" y="804832"/>
            <a:ext cx="5291535" cy="24898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0775" y="3649645"/>
            <a:ext cx="5033741" cy="7458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112184" y="3368655"/>
            <a:ext cx="1761065" cy="1714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4F99291-7BBC-4E54-BE35-09FA42AC706A}" type="datetimeFigureOut">
              <a:rPr lang="en-NL" smtClean="0"/>
              <a:t>26/07/2024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2691496" y="5919054"/>
            <a:ext cx="6861858" cy="1714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824824" y="525754"/>
            <a:ext cx="471610" cy="13647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8A78A-128A-4994-9A8E-90AAE4777D2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511531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071F60-B91F-4BDB-BBC0-1D31E47686EF}"/>
              </a:ext>
            </a:extLst>
          </p:cNvPr>
          <p:cNvSpPr/>
          <p:nvPr/>
        </p:nvSpPr>
        <p:spPr>
          <a:xfrm>
            <a:off x="5864599" y="4167190"/>
            <a:ext cx="398369" cy="650501"/>
          </a:xfrm>
          <a:prstGeom prst="rect">
            <a:avLst/>
          </a:prstGeom>
          <a:solidFill>
            <a:srgbClr val="281F47"/>
          </a:solidFill>
          <a:ln w="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 dirty="0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2F9F52D-E761-40EA-B2A0-446F3A9D6026}"/>
              </a:ext>
            </a:extLst>
          </p:cNvPr>
          <p:cNvSpPr/>
          <p:nvPr/>
        </p:nvSpPr>
        <p:spPr>
          <a:xfrm rot="5400000">
            <a:off x="-1181398" y="6087963"/>
            <a:ext cx="2850356" cy="487561"/>
          </a:xfrm>
          <a:prstGeom prst="round2SameRect">
            <a:avLst/>
          </a:prstGeom>
          <a:gradFill>
            <a:gsLst>
              <a:gs pos="0">
                <a:srgbClr val="241E45"/>
              </a:gs>
              <a:gs pos="36000">
                <a:srgbClr val="753469"/>
              </a:gs>
              <a:gs pos="65000">
                <a:srgbClr val="743368"/>
              </a:gs>
              <a:gs pos="100000">
                <a:srgbClr val="211D44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FB1924F-D30A-4F9E-A66F-8596DCB8E223}"/>
              </a:ext>
            </a:extLst>
          </p:cNvPr>
          <p:cNvSpPr/>
          <p:nvPr/>
        </p:nvSpPr>
        <p:spPr>
          <a:xfrm rot="10800000">
            <a:off x="696514" y="4167185"/>
            <a:ext cx="5915023" cy="650503"/>
          </a:xfrm>
          <a:prstGeom prst="round2SameRect">
            <a:avLst/>
          </a:prstGeom>
          <a:gradFill>
            <a:gsLst>
              <a:gs pos="0">
                <a:srgbClr val="241E45"/>
              </a:gs>
              <a:gs pos="36000">
                <a:srgbClr val="753469"/>
              </a:gs>
              <a:gs pos="65000">
                <a:srgbClr val="743368"/>
              </a:gs>
              <a:gs pos="100000">
                <a:srgbClr val="211D44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FD2948-13DB-4B91-9EB1-CD3D88F17695}"/>
              </a:ext>
            </a:extLst>
          </p:cNvPr>
          <p:cNvSpPr/>
          <p:nvPr/>
        </p:nvSpPr>
        <p:spPr>
          <a:xfrm>
            <a:off x="696515" y="4960144"/>
            <a:ext cx="5915024" cy="857250"/>
          </a:xfrm>
          <a:prstGeom prst="roundRect">
            <a:avLst/>
          </a:prstGeom>
          <a:solidFill>
            <a:srgbClr val="45275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7DA517-F6CE-40F5-A044-81E96EED48D3}"/>
              </a:ext>
            </a:extLst>
          </p:cNvPr>
          <p:cNvSpPr/>
          <p:nvPr/>
        </p:nvSpPr>
        <p:spPr>
          <a:xfrm>
            <a:off x="642937" y="5959850"/>
            <a:ext cx="2871788" cy="1797072"/>
          </a:xfrm>
          <a:prstGeom prst="roundRect">
            <a:avLst/>
          </a:prstGeom>
          <a:solidFill>
            <a:srgbClr val="45275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2D15F1-AA7A-44BF-A918-C1DAA208001B}"/>
              </a:ext>
            </a:extLst>
          </p:cNvPr>
          <p:cNvSpPr/>
          <p:nvPr/>
        </p:nvSpPr>
        <p:spPr>
          <a:xfrm>
            <a:off x="80367" y="5737028"/>
            <a:ext cx="326827" cy="326827"/>
          </a:xfrm>
          <a:prstGeom prst="ellipse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EC0805-3760-4BE3-9767-C1CE3A237BD2}"/>
              </a:ext>
            </a:extLst>
          </p:cNvPr>
          <p:cNvSpPr/>
          <p:nvPr/>
        </p:nvSpPr>
        <p:spPr>
          <a:xfrm>
            <a:off x="80367" y="6476405"/>
            <a:ext cx="326827" cy="326827"/>
          </a:xfrm>
          <a:prstGeom prst="ellipse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003F772-2A57-4862-BC51-DD6151CD02DD}"/>
              </a:ext>
            </a:extLst>
          </p:cNvPr>
          <p:cNvSpPr/>
          <p:nvPr/>
        </p:nvSpPr>
        <p:spPr>
          <a:xfrm>
            <a:off x="80367" y="7215783"/>
            <a:ext cx="326827" cy="326827"/>
          </a:xfrm>
          <a:prstGeom prst="ellipse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A76B8C-8FB8-49F3-964A-D1B6E9C7045F}"/>
              </a:ext>
            </a:extLst>
          </p:cNvPr>
          <p:cNvSpPr/>
          <p:nvPr/>
        </p:nvSpPr>
        <p:spPr>
          <a:xfrm>
            <a:off x="3680818" y="5959850"/>
            <a:ext cx="2930722" cy="1797072"/>
          </a:xfrm>
          <a:prstGeom prst="roundRect">
            <a:avLst/>
          </a:prstGeom>
          <a:solidFill>
            <a:srgbClr val="45275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FA94EA-5475-488E-8E06-7AFAAD312DE2}"/>
              </a:ext>
            </a:extLst>
          </p:cNvPr>
          <p:cNvSpPr/>
          <p:nvPr/>
        </p:nvSpPr>
        <p:spPr>
          <a:xfrm>
            <a:off x="80367" y="5040513"/>
            <a:ext cx="326827" cy="3268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pic>
        <p:nvPicPr>
          <p:cNvPr id="20" name="Graphic 19" descr="Bar graph with upward trend with solid fill">
            <a:extLst>
              <a:ext uri="{FF2B5EF4-FFF2-40B4-BE49-F238E27FC236}">
                <a16:creationId xmlns:a16="http://schemas.microsoft.com/office/drawing/2014/main" id="{6F9E9632-A7C0-4C35-9149-CE9EEA84F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20" y="5753102"/>
            <a:ext cx="271043" cy="271043"/>
          </a:xfrm>
          <a:prstGeom prst="rect">
            <a:avLst/>
          </a:prstGeom>
        </p:spPr>
      </p:pic>
      <p:pic>
        <p:nvPicPr>
          <p:cNvPr id="22" name="Graphic 21" descr="Employee badge with solid fill">
            <a:extLst>
              <a:ext uri="{FF2B5EF4-FFF2-40B4-BE49-F238E27FC236}">
                <a16:creationId xmlns:a16="http://schemas.microsoft.com/office/drawing/2014/main" id="{D942C638-3096-4ACA-A01A-1BE89C9B9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528" y="6460331"/>
            <a:ext cx="257176" cy="326827"/>
          </a:xfrm>
          <a:prstGeom prst="rect">
            <a:avLst/>
          </a:prstGeom>
        </p:spPr>
      </p:pic>
      <p:pic>
        <p:nvPicPr>
          <p:cNvPr id="24" name="Graphic 23" descr="Group brainstorm with solid fill">
            <a:extLst>
              <a:ext uri="{FF2B5EF4-FFF2-40B4-BE49-F238E27FC236}">
                <a16:creationId xmlns:a16="http://schemas.microsoft.com/office/drawing/2014/main" id="{224B4D0E-9C93-4C0A-986F-E1338BA84F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67" y="7215783"/>
            <a:ext cx="326827" cy="32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06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071F60-B91F-4BDB-BBC0-1D31E47686EF}"/>
              </a:ext>
            </a:extLst>
          </p:cNvPr>
          <p:cNvSpPr/>
          <p:nvPr/>
        </p:nvSpPr>
        <p:spPr>
          <a:xfrm>
            <a:off x="5864599" y="4167190"/>
            <a:ext cx="398369" cy="650501"/>
          </a:xfrm>
          <a:prstGeom prst="rect">
            <a:avLst/>
          </a:prstGeom>
          <a:solidFill>
            <a:srgbClr val="281F47"/>
          </a:solidFill>
          <a:ln w="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 dirty="0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2F9F52D-E761-40EA-B2A0-446F3A9D6026}"/>
              </a:ext>
            </a:extLst>
          </p:cNvPr>
          <p:cNvSpPr/>
          <p:nvPr/>
        </p:nvSpPr>
        <p:spPr>
          <a:xfrm rot="5400000">
            <a:off x="-1181398" y="6087963"/>
            <a:ext cx="2850356" cy="487561"/>
          </a:xfrm>
          <a:prstGeom prst="round2SameRect">
            <a:avLst/>
          </a:prstGeom>
          <a:gradFill>
            <a:gsLst>
              <a:gs pos="0">
                <a:srgbClr val="241E45"/>
              </a:gs>
              <a:gs pos="36000">
                <a:srgbClr val="753469"/>
              </a:gs>
              <a:gs pos="65000">
                <a:srgbClr val="743368"/>
              </a:gs>
              <a:gs pos="100000">
                <a:srgbClr val="211D44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FB1924F-D30A-4F9E-A66F-8596DCB8E223}"/>
              </a:ext>
            </a:extLst>
          </p:cNvPr>
          <p:cNvSpPr/>
          <p:nvPr/>
        </p:nvSpPr>
        <p:spPr>
          <a:xfrm rot="10800000">
            <a:off x="696513" y="4167185"/>
            <a:ext cx="5915023" cy="473697"/>
          </a:xfrm>
          <a:prstGeom prst="round2SameRect">
            <a:avLst/>
          </a:prstGeom>
          <a:gradFill>
            <a:gsLst>
              <a:gs pos="0">
                <a:srgbClr val="241E45"/>
              </a:gs>
              <a:gs pos="36000">
                <a:srgbClr val="753469"/>
              </a:gs>
              <a:gs pos="65000">
                <a:srgbClr val="743368"/>
              </a:gs>
              <a:gs pos="100000">
                <a:srgbClr val="211D44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FD2948-13DB-4B91-9EB1-CD3D88F17695}"/>
              </a:ext>
            </a:extLst>
          </p:cNvPr>
          <p:cNvSpPr/>
          <p:nvPr/>
        </p:nvSpPr>
        <p:spPr>
          <a:xfrm>
            <a:off x="739378" y="4686896"/>
            <a:ext cx="3391496" cy="1130499"/>
          </a:xfrm>
          <a:prstGeom prst="roundRect">
            <a:avLst>
              <a:gd name="adj" fmla="val 7188"/>
            </a:avLst>
          </a:prstGeom>
          <a:solidFill>
            <a:srgbClr val="45275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7DA517-F6CE-40F5-A044-81E96EED48D3}"/>
              </a:ext>
            </a:extLst>
          </p:cNvPr>
          <p:cNvSpPr/>
          <p:nvPr/>
        </p:nvSpPr>
        <p:spPr>
          <a:xfrm>
            <a:off x="739378" y="5959850"/>
            <a:ext cx="1960960" cy="1984596"/>
          </a:xfrm>
          <a:prstGeom prst="roundRect">
            <a:avLst>
              <a:gd name="adj" fmla="val 7218"/>
            </a:avLst>
          </a:prstGeom>
          <a:solidFill>
            <a:srgbClr val="45275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2D15F1-AA7A-44BF-A918-C1DAA208001B}"/>
              </a:ext>
            </a:extLst>
          </p:cNvPr>
          <p:cNvSpPr/>
          <p:nvPr/>
        </p:nvSpPr>
        <p:spPr>
          <a:xfrm>
            <a:off x="80367" y="5737028"/>
            <a:ext cx="326827" cy="326827"/>
          </a:xfrm>
          <a:prstGeom prst="ellipse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EC0805-3760-4BE3-9767-C1CE3A237BD2}"/>
              </a:ext>
            </a:extLst>
          </p:cNvPr>
          <p:cNvSpPr/>
          <p:nvPr/>
        </p:nvSpPr>
        <p:spPr>
          <a:xfrm>
            <a:off x="80367" y="6476405"/>
            <a:ext cx="326827" cy="326827"/>
          </a:xfrm>
          <a:prstGeom prst="ellipse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003F772-2A57-4862-BC51-DD6151CD02DD}"/>
              </a:ext>
            </a:extLst>
          </p:cNvPr>
          <p:cNvSpPr/>
          <p:nvPr/>
        </p:nvSpPr>
        <p:spPr>
          <a:xfrm>
            <a:off x="80367" y="7215783"/>
            <a:ext cx="326827" cy="326827"/>
          </a:xfrm>
          <a:prstGeom prst="ellipse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A76B8C-8FB8-49F3-964A-D1B6E9C7045F}"/>
              </a:ext>
            </a:extLst>
          </p:cNvPr>
          <p:cNvSpPr/>
          <p:nvPr/>
        </p:nvSpPr>
        <p:spPr>
          <a:xfrm>
            <a:off x="2810649" y="5959850"/>
            <a:ext cx="1320227" cy="1984596"/>
          </a:xfrm>
          <a:prstGeom prst="roundRect">
            <a:avLst>
              <a:gd name="adj" fmla="val 9768"/>
            </a:avLst>
          </a:prstGeom>
          <a:solidFill>
            <a:srgbClr val="45275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251D08-E591-47CF-8F32-25F33E7E994F}"/>
              </a:ext>
            </a:extLst>
          </p:cNvPr>
          <p:cNvSpPr/>
          <p:nvPr/>
        </p:nvSpPr>
        <p:spPr>
          <a:xfrm>
            <a:off x="4241184" y="5959850"/>
            <a:ext cx="2440009" cy="1984596"/>
          </a:xfrm>
          <a:prstGeom prst="roundRect">
            <a:avLst>
              <a:gd name="adj" fmla="val 6948"/>
            </a:avLst>
          </a:prstGeom>
          <a:solidFill>
            <a:srgbClr val="45275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5224461-E1E7-49BE-ACEF-3FF8B85AD0E0}"/>
              </a:ext>
            </a:extLst>
          </p:cNvPr>
          <p:cNvSpPr/>
          <p:nvPr/>
        </p:nvSpPr>
        <p:spPr>
          <a:xfrm>
            <a:off x="4241184" y="4686896"/>
            <a:ext cx="2440009" cy="1194792"/>
          </a:xfrm>
          <a:prstGeom prst="roundRect">
            <a:avLst>
              <a:gd name="adj" fmla="val 8080"/>
            </a:avLst>
          </a:prstGeom>
          <a:solidFill>
            <a:srgbClr val="45275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pic>
        <p:nvPicPr>
          <p:cNvPr id="17" name="Graphic 16" descr="Bar graph with upward trend with solid fill">
            <a:extLst>
              <a:ext uri="{FF2B5EF4-FFF2-40B4-BE49-F238E27FC236}">
                <a16:creationId xmlns:a16="http://schemas.microsoft.com/office/drawing/2014/main" id="{78ECEC0B-3255-4EEB-9480-3031975DF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20" y="5747743"/>
            <a:ext cx="271043" cy="271043"/>
          </a:xfrm>
          <a:prstGeom prst="rect">
            <a:avLst/>
          </a:prstGeom>
        </p:spPr>
      </p:pic>
      <p:pic>
        <p:nvPicPr>
          <p:cNvPr id="19" name="Graphic 18" descr="Employee badge with solid fill">
            <a:extLst>
              <a:ext uri="{FF2B5EF4-FFF2-40B4-BE49-F238E27FC236}">
                <a16:creationId xmlns:a16="http://schemas.microsoft.com/office/drawing/2014/main" id="{49227E22-816E-40CC-A8D8-498870BEED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528" y="6454975"/>
            <a:ext cx="257176" cy="326827"/>
          </a:xfrm>
          <a:prstGeom prst="rect">
            <a:avLst/>
          </a:prstGeom>
        </p:spPr>
      </p:pic>
      <p:pic>
        <p:nvPicPr>
          <p:cNvPr id="20" name="Graphic 19" descr="Group brainstorm with solid fill">
            <a:extLst>
              <a:ext uri="{FF2B5EF4-FFF2-40B4-BE49-F238E27FC236}">
                <a16:creationId xmlns:a16="http://schemas.microsoft.com/office/drawing/2014/main" id="{013D0E83-CA81-4DD0-9BFC-B084075001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67" y="7210427"/>
            <a:ext cx="326827" cy="32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959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071F60-B91F-4BDB-BBC0-1D31E47686EF}"/>
              </a:ext>
            </a:extLst>
          </p:cNvPr>
          <p:cNvSpPr/>
          <p:nvPr/>
        </p:nvSpPr>
        <p:spPr>
          <a:xfrm>
            <a:off x="5864599" y="4167190"/>
            <a:ext cx="398369" cy="650501"/>
          </a:xfrm>
          <a:prstGeom prst="rect">
            <a:avLst/>
          </a:prstGeom>
          <a:solidFill>
            <a:srgbClr val="281F47"/>
          </a:solidFill>
          <a:ln w="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 dirty="0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2F9F52D-E761-40EA-B2A0-446F3A9D6026}"/>
              </a:ext>
            </a:extLst>
          </p:cNvPr>
          <p:cNvSpPr/>
          <p:nvPr/>
        </p:nvSpPr>
        <p:spPr>
          <a:xfrm rot="5400000">
            <a:off x="-1181398" y="6087963"/>
            <a:ext cx="2850356" cy="487561"/>
          </a:xfrm>
          <a:prstGeom prst="round2SameRect">
            <a:avLst/>
          </a:prstGeom>
          <a:gradFill>
            <a:gsLst>
              <a:gs pos="0">
                <a:srgbClr val="241E45"/>
              </a:gs>
              <a:gs pos="36000">
                <a:srgbClr val="753469"/>
              </a:gs>
              <a:gs pos="65000">
                <a:srgbClr val="743368"/>
              </a:gs>
              <a:gs pos="100000">
                <a:srgbClr val="211D44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FB1924F-D30A-4F9E-A66F-8596DCB8E223}"/>
              </a:ext>
            </a:extLst>
          </p:cNvPr>
          <p:cNvSpPr/>
          <p:nvPr/>
        </p:nvSpPr>
        <p:spPr>
          <a:xfrm rot="10800000">
            <a:off x="642936" y="4167185"/>
            <a:ext cx="6070402" cy="650503"/>
          </a:xfrm>
          <a:prstGeom prst="round2SameRect">
            <a:avLst>
              <a:gd name="adj1" fmla="val 12549"/>
              <a:gd name="adj2" fmla="val 0"/>
            </a:avLst>
          </a:prstGeom>
          <a:gradFill>
            <a:gsLst>
              <a:gs pos="0">
                <a:srgbClr val="241E45"/>
              </a:gs>
              <a:gs pos="36000">
                <a:srgbClr val="753469"/>
              </a:gs>
              <a:gs pos="65000">
                <a:srgbClr val="743368"/>
              </a:gs>
              <a:gs pos="100000">
                <a:srgbClr val="211D44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FD2948-13DB-4B91-9EB1-CD3D88F17695}"/>
              </a:ext>
            </a:extLst>
          </p:cNvPr>
          <p:cNvSpPr/>
          <p:nvPr/>
        </p:nvSpPr>
        <p:spPr>
          <a:xfrm>
            <a:off x="642940" y="4960144"/>
            <a:ext cx="1864519" cy="857250"/>
          </a:xfrm>
          <a:prstGeom prst="roundRect">
            <a:avLst>
              <a:gd name="adj" fmla="val 9792"/>
            </a:avLst>
          </a:prstGeom>
          <a:solidFill>
            <a:srgbClr val="45275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7DA517-F6CE-40F5-A044-81E96EED48D3}"/>
              </a:ext>
            </a:extLst>
          </p:cNvPr>
          <p:cNvSpPr/>
          <p:nvPr/>
        </p:nvSpPr>
        <p:spPr>
          <a:xfrm>
            <a:off x="642937" y="5959850"/>
            <a:ext cx="2871788" cy="1797072"/>
          </a:xfrm>
          <a:prstGeom prst="roundRect">
            <a:avLst>
              <a:gd name="adj" fmla="val 5934"/>
            </a:avLst>
          </a:prstGeom>
          <a:solidFill>
            <a:srgbClr val="45275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2D15F1-AA7A-44BF-A918-C1DAA208001B}"/>
              </a:ext>
            </a:extLst>
          </p:cNvPr>
          <p:cNvSpPr/>
          <p:nvPr/>
        </p:nvSpPr>
        <p:spPr>
          <a:xfrm>
            <a:off x="80367" y="5737028"/>
            <a:ext cx="326827" cy="326827"/>
          </a:xfrm>
          <a:prstGeom prst="ellipse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EC0805-3760-4BE3-9767-C1CE3A237BD2}"/>
              </a:ext>
            </a:extLst>
          </p:cNvPr>
          <p:cNvSpPr/>
          <p:nvPr/>
        </p:nvSpPr>
        <p:spPr>
          <a:xfrm>
            <a:off x="80367" y="6476405"/>
            <a:ext cx="326827" cy="326827"/>
          </a:xfrm>
          <a:prstGeom prst="ellipse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003F772-2A57-4862-BC51-DD6151CD02DD}"/>
              </a:ext>
            </a:extLst>
          </p:cNvPr>
          <p:cNvSpPr/>
          <p:nvPr/>
        </p:nvSpPr>
        <p:spPr>
          <a:xfrm>
            <a:off x="80367" y="7215783"/>
            <a:ext cx="326827" cy="326827"/>
          </a:xfrm>
          <a:prstGeom prst="ellipse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A76B8C-8FB8-49F3-964A-D1B6E9C7045F}"/>
              </a:ext>
            </a:extLst>
          </p:cNvPr>
          <p:cNvSpPr/>
          <p:nvPr/>
        </p:nvSpPr>
        <p:spPr>
          <a:xfrm>
            <a:off x="3680817" y="5959850"/>
            <a:ext cx="3032522" cy="1797072"/>
          </a:xfrm>
          <a:prstGeom prst="roundRect">
            <a:avLst>
              <a:gd name="adj" fmla="val 5338"/>
            </a:avLst>
          </a:prstGeom>
          <a:solidFill>
            <a:srgbClr val="45275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46B78B-DEAB-4596-93D5-32ADBEF36B94}"/>
              </a:ext>
            </a:extLst>
          </p:cNvPr>
          <p:cNvSpPr/>
          <p:nvPr/>
        </p:nvSpPr>
        <p:spPr>
          <a:xfrm>
            <a:off x="2582466" y="4960141"/>
            <a:ext cx="2003822" cy="857250"/>
          </a:xfrm>
          <a:prstGeom prst="roundRect">
            <a:avLst>
              <a:gd name="adj" fmla="val 9792"/>
            </a:avLst>
          </a:prstGeom>
          <a:solidFill>
            <a:srgbClr val="45275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2901268-A804-42CD-B6A0-EA6B4B7A773D}"/>
              </a:ext>
            </a:extLst>
          </p:cNvPr>
          <p:cNvSpPr/>
          <p:nvPr/>
        </p:nvSpPr>
        <p:spPr>
          <a:xfrm>
            <a:off x="4661296" y="4960141"/>
            <a:ext cx="2052044" cy="857250"/>
          </a:xfrm>
          <a:prstGeom prst="roundRect">
            <a:avLst>
              <a:gd name="adj" fmla="val 9792"/>
            </a:avLst>
          </a:prstGeom>
          <a:solidFill>
            <a:srgbClr val="45275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13"/>
          </a:p>
        </p:txBody>
      </p:sp>
      <p:pic>
        <p:nvPicPr>
          <p:cNvPr id="17" name="Graphic 16" descr="Bar graph with upward trend with solid fill">
            <a:extLst>
              <a:ext uri="{FF2B5EF4-FFF2-40B4-BE49-F238E27FC236}">
                <a16:creationId xmlns:a16="http://schemas.microsoft.com/office/drawing/2014/main" id="{A787E7EC-AD07-4275-8430-E86039B80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20" y="5753102"/>
            <a:ext cx="271043" cy="271043"/>
          </a:xfrm>
          <a:prstGeom prst="rect">
            <a:avLst/>
          </a:prstGeom>
        </p:spPr>
      </p:pic>
      <p:pic>
        <p:nvPicPr>
          <p:cNvPr id="19" name="Graphic 18" descr="Employee badge with solid fill">
            <a:extLst>
              <a:ext uri="{FF2B5EF4-FFF2-40B4-BE49-F238E27FC236}">
                <a16:creationId xmlns:a16="http://schemas.microsoft.com/office/drawing/2014/main" id="{97F30B51-153B-46C6-A852-5AEC57321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528" y="6460331"/>
            <a:ext cx="257176" cy="326827"/>
          </a:xfrm>
          <a:prstGeom prst="rect">
            <a:avLst/>
          </a:prstGeom>
        </p:spPr>
      </p:pic>
      <p:pic>
        <p:nvPicPr>
          <p:cNvPr id="20" name="Graphic 19" descr="Group brainstorm with solid fill">
            <a:extLst>
              <a:ext uri="{FF2B5EF4-FFF2-40B4-BE49-F238E27FC236}">
                <a16:creationId xmlns:a16="http://schemas.microsoft.com/office/drawing/2014/main" id="{6934B8D9-5184-4BBE-B894-F269456D62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67" y="7215783"/>
            <a:ext cx="326827" cy="32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19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C05CFC-7D41-4E7A-9981-8A6D62A846E3}"/>
              </a:ext>
            </a:extLst>
          </p:cNvPr>
          <p:cNvSpPr/>
          <p:nvPr/>
        </p:nvSpPr>
        <p:spPr>
          <a:xfrm>
            <a:off x="0" y="1716505"/>
            <a:ext cx="6858000" cy="187692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492391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9481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Tochukwu Ugomuoh</dc:creator>
  <cp:lastModifiedBy>Tochukwu Ugomuoh</cp:lastModifiedBy>
  <cp:revision>12</cp:revision>
  <dcterms:created xsi:type="dcterms:W3CDTF">2024-07-26T19:07:43Z</dcterms:created>
  <dcterms:modified xsi:type="dcterms:W3CDTF">2024-08-02T09:09:38Z</dcterms:modified>
</cp:coreProperties>
</file>